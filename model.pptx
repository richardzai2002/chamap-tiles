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</p:sldIdLst>
  <p:sldSz cx="12192000" cy="68580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0233E-1089-4FD1-A016-8F3E9782C5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BD0-3D50-4C5E-9214-646157EDAB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0233E-1089-4FD1-A016-8F3E9782C5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BD0-3D50-4C5E-9214-646157EDAB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0233E-1089-4FD1-A016-8F3E9782C5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BD0-3D50-4C5E-9214-646157EDAB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7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8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0233E-1089-4FD1-A016-8F3E9782C5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BD0-3D50-4C5E-9214-646157EDAB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5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7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0233E-1089-4FD1-A016-8F3E9782C5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BD0-3D50-4C5E-9214-646157EDAB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0233E-1089-4FD1-A016-8F3E9782C5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BD0-3D50-4C5E-9214-646157EDAB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0233E-1089-4FD1-A016-8F3E9782C5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BD0-3D50-4C5E-9214-646157EDAB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3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0233E-1089-4FD1-A016-8F3E9782C5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BD0-3D50-4C5E-9214-646157EDAB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60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0233E-1089-4FD1-A016-8F3E9782C5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BD0-3D50-4C5E-9214-646157EDAB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0233E-1089-4FD1-A016-8F3E9782C5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BD0-3D50-4C5E-9214-646157EDAB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0233E-1089-4FD1-A016-8F3E9782C5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BD0-3D50-4C5E-9214-646157EDAB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0233E-1089-4FD1-A016-8F3E9782C5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EBFBD0-3D50-4C5E-9214-646157EDAB9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model</a:t>
            </a:r>
            <a:endParaRPr lang="zh-CN" altLang="en-US" dirty="0"/>
          </a:p>
        </p:txBody>
      </p:sp>
      <p:grpSp>
        <p:nvGrpSpPr>
          <p:cNvPr id="86" name="组合 3"/>
          <p:cNvGrpSpPr/>
          <p:nvPr/>
        </p:nvGrpSpPr>
        <p:grpSpPr>
          <a:xfrm>
            <a:off x="2611225" y="1816100"/>
            <a:ext cx="6768445" cy="3225801"/>
            <a:chOff x="181086" y="0"/>
            <a:chExt cx="6768678" cy="3225872"/>
          </a:xfrm>
        </p:grpSpPr>
        <p:pic>
          <p:nvPicPr>
            <p:cNvPr id="87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88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75507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 dirty="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421</a:t>
              </a:r>
              <a:endParaRPr lang="zh-CN" sz="12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  <p:sp>
          <p:nvSpPr>
            <p:cNvPr id="89" name="文本框 2"/>
            <p:cNvSpPr txBox="1">
              <a:spLocks noChangeArrowheads="1"/>
            </p:cNvSpPr>
            <p:nvPr/>
          </p:nvSpPr>
          <p:spPr bwMode="auto">
            <a:xfrm>
              <a:off x="181086" y="1992702"/>
              <a:ext cx="166422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 dirty="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11A</a:t>
              </a:r>
              <a:endParaRPr lang="zh-CN" sz="12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  <p:sp>
          <p:nvSpPr>
            <p:cNvPr id="90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173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174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 dirty="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421</a:t>
              </a:r>
              <a:endParaRPr lang="zh-CN" sz="12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  <p:sp>
          <p:nvSpPr>
            <p:cNvPr id="175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 dirty="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111</a:t>
              </a:r>
              <a:endParaRPr lang="zh-CN" sz="12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  <p:sp>
          <p:nvSpPr>
            <p:cNvPr id="176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  <p:sp>
        <p:nvSpPr>
          <p:cNvPr id="177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mb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349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350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351" name="图片 11" descr="C:/Users/19064/Downloads/3B8C0EBD8ECB66BFA3FA5AD6D5EDF771.png.jpg3B8C0EBD8ECB66BFA3FA5AD6D5EDF771.png"/>
            <p:cNvPicPr>
              <a:picLocks noChangeAspect="1"/>
            </p:cNvPicPr>
            <p:nvPr/>
          </p:nvPicPr>
          <p:blipFill>
            <a:blip r:embed="rId1"/>
            <a:srcRect l="14" r="14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352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10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353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15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354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7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8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9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10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10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14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11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14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15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16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17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10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18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43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19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22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23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24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25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18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6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66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7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30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31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32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33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10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34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115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35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38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39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40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41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11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42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63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43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46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47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48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49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3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50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53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51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54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55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56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57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12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58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54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59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62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63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64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65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11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66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30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67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70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71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72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73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11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74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24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75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78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79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80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81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19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82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28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83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93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94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95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96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19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97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100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98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101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102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103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104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19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105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44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106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109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110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111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112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18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113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156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114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117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118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119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120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18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121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157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122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125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126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127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128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9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129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142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130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133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134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135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136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21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137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155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138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141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142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143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144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9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145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32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146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149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150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151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152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16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153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42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154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157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158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159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160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12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161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72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162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165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166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167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168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20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169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33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170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180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181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182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183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12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184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67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185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188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189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190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191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11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192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61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193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196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197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198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199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20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00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141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01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204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205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206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207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20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08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23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09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212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213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214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215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17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16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110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17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220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221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222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223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20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24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31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25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228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229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230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231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21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32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159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33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236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237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238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239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17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40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118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41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244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245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246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247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17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48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65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49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标题 1"/>
          <p:cNvSpPr>
            <a:spLocks noGrp="1"/>
          </p:cNvSpPr>
          <p:nvPr>
            <p:ph type="title"/>
          </p:nvPr>
        </p:nvSpPr>
        <p:spPr/>
        <p:txBody>
          <a:bodyPr/>
          <a:p/>
        </p:txBody>
      </p:sp>
      <p:sp>
        <p:nvSpPr>
          <p:cNvPr id="252" name="内容占位符 2"/>
          <p:cNvSpPr>
            <a:spLocks noGrp="1"/>
          </p:cNvSpPr>
          <p:nvPr>
            <p:ph idx="1"/>
          </p:nvPr>
        </p:nvSpPr>
        <p:spPr/>
        <p:txBody>
          <a:bodyPr/>
          <a:p/>
        </p:txBody>
      </p:sp>
      <p:grpSp>
        <p:nvGrpSpPr>
          <p:cNvPr id="253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254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255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9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56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153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57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268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269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70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88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71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  <p:sp>
        <p:nvSpPr>
          <p:cNvPr id="27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mb</a:t>
            </a:r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275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276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77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21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78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  <p:sp>
        <p:nvSpPr>
          <p:cNvPr id="279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mb</a:t>
            </a:r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282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283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16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84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41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85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  <p:sp>
        <p:nvSpPr>
          <p:cNvPr id="28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mb</a:t>
            </a:r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289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290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18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91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47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92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  <p:sp>
        <p:nvSpPr>
          <p:cNvPr id="293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mb</a:t>
            </a:r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296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297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98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158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299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  <p:sp>
        <p:nvSpPr>
          <p:cNvPr id="300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mb</a:t>
            </a:r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303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304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15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305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144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306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  <p:sp>
        <p:nvSpPr>
          <p:cNvPr id="307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mb</a:t>
            </a:r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组合 10"/>
          <p:cNvGrpSpPr/>
          <p:nvPr/>
        </p:nvGrpSpPr>
        <p:grpSpPr>
          <a:xfrm>
            <a:off x="2690512" y="1816100"/>
            <a:ext cx="6698585" cy="3225801"/>
            <a:chOff x="260376" y="0"/>
            <a:chExt cx="6698815" cy="3225872"/>
          </a:xfrm>
        </p:grpSpPr>
        <p:pic>
          <p:nvPicPr>
            <p:cNvPr id="310" name="图片 1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7593" y="910396"/>
              <a:ext cx="3175000" cy="2120900"/>
            </a:xfrm>
            <a:prstGeom prst="rect">
              <a:avLst/>
            </a:prstGeom>
          </p:spPr>
        </p:pic>
        <p:sp>
          <p:nvSpPr>
            <p:cNvPr id="311" name="文本框 2"/>
            <p:cNvSpPr txBox="1">
              <a:spLocks noChangeArrowheads="1"/>
            </p:cNvSpPr>
            <p:nvPr/>
          </p:nvSpPr>
          <p:spPr bwMode="auto">
            <a:xfrm>
              <a:off x="5374257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l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21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312" name="文本框 2"/>
            <p:cNvSpPr txBox="1">
              <a:spLocks noChangeArrowheads="1"/>
            </p:cNvSpPr>
            <p:nvPr/>
          </p:nvSpPr>
          <p:spPr bwMode="auto">
            <a:xfrm>
              <a:off x="260376" y="1992702"/>
              <a:ext cx="1584934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r">
                <a:buNone/>
              </a:pPr>
              <a:r>
                <a:rPr lang="en-US" sz="7200">
                  <a:effectLst/>
                  <a:latin typeface="Calibri" panose="020F0502020204030204"/>
                  <a:ea typeface="DengXian" panose="02010600030101010101" pitchFamily="2" charset="-122"/>
                  <a:cs typeface="+mn-cs"/>
                </a:rPr>
                <a:t>93</a:t>
              </a:r>
              <a:endParaRPr lang="en-US" sz="7200">
                <a:effectLst/>
                <a:latin typeface="Calibri" panose="020F0502020204030204"/>
                <a:ea typeface="DengXian" panose="02010600030101010101" pitchFamily="2" charset="-122"/>
                <a:cs typeface="+mn-cs"/>
              </a:endParaRPr>
            </a:p>
          </p:txBody>
        </p:sp>
        <p:sp>
          <p:nvSpPr>
            <p:cNvPr id="313" name="文本框 2"/>
            <p:cNvSpPr txBox="1">
              <a:spLocks noChangeArrowheads="1"/>
            </p:cNvSpPr>
            <p:nvPr/>
          </p:nvSpPr>
          <p:spPr bwMode="auto">
            <a:xfrm>
              <a:off x="2932981" y="0"/>
              <a:ext cx="1475105" cy="12331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None/>
              </a:pPr>
              <a:r>
                <a:rPr lang="en-US" sz="7200">
                  <a:effectLst/>
                  <a:latin typeface="Calibri" panose="020F0502020204030204" pitchFamily="34" charset="0"/>
                  <a:ea typeface="DengXian" panose="02010600030101010101" pitchFamily="2" charset="-122"/>
                </a:rPr>
                <a:t>X</a:t>
              </a:r>
              <a:endParaRPr lang="zh-CN" sz="1200">
                <a:effectLst/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</p:grpSp>
      <p:sp>
        <p:nvSpPr>
          <p:cNvPr id="314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mb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</Words>
  <Application>WPS Presentation</Application>
  <PresentationFormat/>
  <Paragraphs>252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2" baseType="lpstr">
      <vt:lpstr>Arial</vt:lpstr>
      <vt:lpstr>SimSun</vt:lpstr>
      <vt:lpstr>Wingdings</vt:lpstr>
      <vt:lpstr>Calibri</vt:lpstr>
      <vt:lpstr>DengXian</vt:lpstr>
      <vt:lpstr>Times New Roman</vt:lpstr>
      <vt:lpstr>Calibri</vt:lpstr>
      <vt:lpstr>DengXian Light</vt:lpstr>
      <vt:lpstr>Microsoft YaHei</vt:lpstr>
      <vt:lpstr>Arial Unicode MS</vt:lpstr>
      <vt:lpstr>Office 主题​​</vt:lpstr>
      <vt:lpstr>PowerPoint 演示文稿</vt:lpstr>
      <vt:lpstr>model</vt:lpstr>
      <vt:lpstr>mb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mb</vt:lpstr>
      <vt:lpstr>mb</vt:lpstr>
      <vt:lpstr>mb</vt:lpstr>
      <vt:lpstr>mb</vt:lpstr>
      <vt:lpstr>mb</vt:lpstr>
      <vt:lpstr>mb</vt:lpstr>
      <vt:lpstr>mb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littletea</cp:lastModifiedBy>
  <cp:revision>1</cp:revision>
  <dcterms:created xsi:type="dcterms:W3CDTF">2025-09-11T13:22:03Z</dcterms:created>
  <dcterms:modified xsi:type="dcterms:W3CDTF">2025-09-11T13:22:03Z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CACB7E9AE32B49CAB0F5029E33B6345A_12</vt:lpwstr>
  </property>
  <property fmtid="{D5CDD505-2E9C-101B-9397-08002B2CF9AE}" pid="3" name="KSOProductBuildVer">
    <vt:lpwstr>1033-12.2.0.22549</vt:lpwstr>
  </property>
</Properties>
</file>