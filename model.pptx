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97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38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34C4643-1E1B-38F1-7281-DDC1540A23E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B38D6894-E665-E483-B80F-FE6599CD87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C7A5818-19DE-43C9-4079-B7D634600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71F6AD1-4296-EAFA-376F-FB1AE43F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8967113-F2C3-F329-F6DB-CB9F74B13C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338806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3BB48C7-5A37-67EA-2993-B8126DBFD7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83997211-E995-9677-2A95-6064C0BA31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F144A28-1AD2-1E9B-C3B7-53C41E00AA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D0445D3-068B-653E-B8BC-B2F0AC4CFD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D08BCD9-316A-1012-6F0D-A2C36B7205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92075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31C997-7182-1A49-DC01-2D9FDE7797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984751DD-C054-1645-1966-19D3AD7B57D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A1F9253-88B1-8F20-4748-84CFD27CF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74DDE8C-04D3-CCEB-8579-ABA1A18359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3C51DA4-8864-A40C-CB40-3EF09049DB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558238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D4BBDC0-D2A9-F2A3-E403-14A97D534D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91A220D-980F-2321-34AC-55BDDE63567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4C30C1C-F2D6-2A2C-F33A-8451C4D7A81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C9960BD1-D3AD-4A51-2A57-B30AB946F3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E393D600-71BF-DC9B-EC49-A47796B854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6235641-D8DD-C4EA-0731-D9B2C3EE3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221961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5127924-64AB-EEAF-E332-52813796C40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1880453-D462-7B6C-A4D4-D76BB9979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113EC4D-D59F-2C4F-DC3E-84FDF62435D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C4EA3A7B-D80B-E253-2449-13C1E4EF6E3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B1CC2993-C6C8-C65C-42AB-9DB36EF1F9B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69B12640-1A2B-7446-FB22-1199CD0B3A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E629345-6EEB-12C8-D6BB-04E1CEDAE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7834B389-B6B5-A965-17A3-F6D51B2520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94730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6E259E1-728A-8738-E065-DDE3762A0B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5295AC9F-65DD-C5AB-B7E0-1BB84A996C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BFBFB30-7CC0-FF30-744E-BE7D2D399E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26415D1-4038-6ABB-3535-BAE5F4ED1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74615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877CE032-F7C1-CF46-E545-4AFAD23BF9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41236F7F-A457-16D8-E784-86425DDA24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146F56C8-2376-95C4-D87F-DA039F0B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010364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FB7CF2C-9791-B697-4640-8B21BE6B85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3A0493A4-D22B-6A46-CFED-970F50AA23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20EF191-3880-439B-E751-C0C313F38F5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3B6CC0D-529A-93E6-471B-B1288FE8BD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E3CE442-B3F1-5383-DEA3-B529C8EAFC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EEFF0DF-AB3E-FA15-014A-56CDAFDD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98844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08F0812-1B20-A358-0925-067A1DB804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291CD1C3-4510-450E-16C5-22D4830CD97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1884764-7E45-78F9-6266-57E82A3D44C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6FB80BF2-22CF-944E-79E9-53CCF750EE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55ED82-35CF-F0F6-9436-C0B9948853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2EFF053-EC1F-4968-8796-5CE3BAE0B9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111083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3B6958E-7748-624D-4805-26E5980CF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D57D847-56DF-7D26-BB9B-0C67176B0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C92D564-54D6-A2C3-240E-96804B6581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9B79966-49EF-8D20-4133-772ED65FC6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8F61E19-BFC3-ADC7-A4BB-2249F84F81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63578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32922B5-05F4-AB97-E892-8DB3F74EFE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814CA4C-7093-52E7-163E-CFE78C611D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B4431E5-D759-F51D-0C43-28760C8887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93DDC998-5738-DA1A-1785-3CAF4982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62ECD64-AF64-AE6C-0D66-7DC5D2CD74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05849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D365EF8-6E0E-CF59-E31A-DC414F2457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A0D3059-8465-96C1-6FF7-6F2A97300C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3BBEF760-2D0C-68C2-9FD6-36ABAAA5EE9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850233E-1089-4FD1-A016-8F3E9782C535}" type="datetimeFigureOut">
              <a:rPr lang="zh-CN" altLang="en-US" smtClean="0"/>
              <a:t>2025/9/8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D00CB4F-1930-CFBA-D5C1-8C72840AD7D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4680C29-5747-61C0-8F8F-4D7ACDC006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0EBFBD0-3D50-4C5E-9214-646157EDAB9C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225094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2F13BF4-FBE1-04EC-5DBE-B57F1F6112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7D9B4BBC-1C91-05CD-E7DD-FD427902D0F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35652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6450C35-8BC7-7DED-263D-F3745959C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altLang="zh-CN" dirty="0"/>
              <a:t>model</a:t>
            </a:r>
            <a:endParaRPr lang="zh-CN" altLang="en-US" dirty="0"/>
          </a:p>
        </p:txBody>
      </p:sp>
      <p:grpSp>
        <p:nvGrpSpPr>
          <p:cNvPr id="4" name="组合 3">
            <a:extLst>
              <a:ext uri="{FF2B5EF4-FFF2-40B4-BE49-F238E27FC236}">
                <a16:creationId xmlns:a16="http://schemas.microsoft.com/office/drawing/2014/main" id="{7D35758B-9E89-0E65-31EA-543D12D5EC8C}"/>
              </a:ext>
            </a:extLst>
          </p:cNvPr>
          <p:cNvGrpSpPr/>
          <p:nvPr/>
        </p:nvGrpSpPr>
        <p:grpSpPr>
          <a:xfrm>
            <a:off x="2611225" y="1816100"/>
            <a:ext cx="6768445" cy="3225801"/>
            <a:chOff x="181086" y="0"/>
            <a:chExt cx="6768678" cy="3225872"/>
          </a:xfrm>
        </p:grpSpPr>
        <p:pic>
          <p:nvPicPr>
            <p:cNvPr id="5" name="图片 4">
              <a:extLst>
                <a:ext uri="{FF2B5EF4-FFF2-40B4-BE49-F238E27FC236}">
                  <a16:creationId xmlns:a16="http://schemas.microsoft.com/office/drawing/2014/main" id="{6F968190-C29F-6118-B770-F6CABF67E33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7593" y="910396"/>
              <a:ext cx="3175000" cy="2120900"/>
            </a:xfrm>
            <a:prstGeom prst="rect">
              <a:avLst/>
            </a:prstGeom>
          </p:spPr>
        </p:pic>
        <p:sp>
          <p:nvSpPr>
            <p:cNvPr id="6" name="文本框 2">
              <a:extLst>
                <a:ext uri="{FF2B5EF4-FFF2-40B4-BE49-F238E27FC236}">
                  <a16:creationId xmlns:a16="http://schemas.microsoft.com/office/drawing/2014/main" id="{1D2E2CA8-1BD9-CD04-36DE-6266E5DD6FA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4257" y="1992702"/>
              <a:ext cx="1575507" cy="12331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l">
                <a:buNone/>
              </a:pPr>
              <a:r>
                <a:rPr lang="en-US" sz="7200" dirty="0">
                  <a:effectLst/>
                  <a:latin typeface="Calibri" panose="020F0502020204030204" pitchFamily="34" charset="0"/>
                  <a:ea typeface="等线" panose="02010600030101010101" pitchFamily="2" charset="-122"/>
                </a:rPr>
                <a:t>421</a:t>
              </a:r>
              <a:endParaRPr lang="zh-CN" sz="12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endParaRPr>
            </a:p>
          </p:txBody>
        </p:sp>
        <p:sp>
          <p:nvSpPr>
            <p:cNvPr id="7" name="文本框 2">
              <a:extLst>
                <a:ext uri="{FF2B5EF4-FFF2-40B4-BE49-F238E27FC236}">
                  <a16:creationId xmlns:a16="http://schemas.microsoft.com/office/drawing/2014/main" id="{18EE071D-EDF0-669F-CD0E-38061BEB55E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81086" y="1992702"/>
              <a:ext cx="1664224" cy="12331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r">
                <a:buNone/>
              </a:pPr>
              <a:r>
                <a:rPr lang="en-US" sz="7200" dirty="0">
                  <a:effectLst/>
                  <a:latin typeface="Calibri" panose="020F0502020204030204" pitchFamily="34" charset="0"/>
                  <a:ea typeface="等线" panose="02010600030101010101" pitchFamily="2" charset="-122"/>
                </a:rPr>
                <a:t>11A</a:t>
              </a:r>
              <a:endParaRPr lang="zh-CN" sz="12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endParaRPr>
            </a:p>
          </p:txBody>
        </p:sp>
        <p:sp>
          <p:nvSpPr>
            <p:cNvPr id="8" name="文本框 2">
              <a:extLst>
                <a:ext uri="{FF2B5EF4-FFF2-40B4-BE49-F238E27FC236}">
                  <a16:creationId xmlns:a16="http://schemas.microsoft.com/office/drawing/2014/main" id="{3E74AB89-F2DE-8350-A8F9-B3ACBA2A021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32981" y="0"/>
              <a:ext cx="1475105" cy="12331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>
                <a:buNone/>
              </a:pPr>
              <a:r>
                <a:rPr lang="en-US" sz="7200">
                  <a:effectLst/>
                  <a:latin typeface="Calibri" panose="020F0502020204030204" pitchFamily="34" charset="0"/>
                  <a:ea typeface="等线" panose="02010600030101010101" pitchFamily="2" charset="-122"/>
                </a:rPr>
                <a:t>X</a:t>
              </a:r>
              <a:endParaRPr lang="zh-CN" sz="1200">
                <a:effectLst/>
                <a:latin typeface="Times New Roman" panose="02020603050405020304" pitchFamily="18" charset="0"/>
                <a:ea typeface="等线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491336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组合 10">
            <a:extLst>
              <a:ext uri="{FF2B5EF4-FFF2-40B4-BE49-F238E27FC236}">
                <a16:creationId xmlns:a16="http://schemas.microsoft.com/office/drawing/2014/main" id="{D834BDAA-718D-7045-04ED-305E1738AB13}"/>
              </a:ext>
            </a:extLst>
          </p:cNvPr>
          <p:cNvGrpSpPr/>
          <p:nvPr/>
        </p:nvGrpSpPr>
        <p:grpSpPr>
          <a:xfrm>
            <a:off x="2690512" y="1816100"/>
            <a:ext cx="6698585" cy="3225801"/>
            <a:chOff x="260376" y="0"/>
            <a:chExt cx="6698815" cy="3225872"/>
          </a:xfrm>
        </p:grpSpPr>
        <p:pic>
          <p:nvPicPr>
            <p:cNvPr id="12" name="图片 11">
              <a:extLst>
                <a:ext uri="{FF2B5EF4-FFF2-40B4-BE49-F238E27FC236}">
                  <a16:creationId xmlns:a16="http://schemas.microsoft.com/office/drawing/2014/main" id="{02DC7A67-CDD0-8810-BF25-6743B031DAF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87593" y="910396"/>
              <a:ext cx="3175000" cy="2120900"/>
            </a:xfrm>
            <a:prstGeom prst="rect">
              <a:avLst/>
            </a:prstGeom>
          </p:spPr>
        </p:pic>
        <p:sp>
          <p:nvSpPr>
            <p:cNvPr id="13" name="文本框 2">
              <a:extLst>
                <a:ext uri="{FF2B5EF4-FFF2-40B4-BE49-F238E27FC236}">
                  <a16:creationId xmlns:a16="http://schemas.microsoft.com/office/drawing/2014/main" id="{B544E1E8-AF47-C743-0DD0-B280CDD03C0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5374257" y="1992702"/>
              <a:ext cx="1584934" cy="12331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l">
                <a:buNone/>
              </a:pPr>
              <a:r>
                <a:rPr lang="en-US" sz="7200" dirty="0">
                  <a:effectLst/>
                  <a:latin typeface="Calibri" panose="020F0502020204030204" pitchFamily="34" charset="0"/>
                  <a:ea typeface="等线" panose="02010600030101010101" pitchFamily="2" charset="-122"/>
                </a:rPr>
                <a:t>421</a:t>
              </a:r>
              <a:endParaRPr lang="zh-CN" sz="12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endParaRPr>
            </a:p>
          </p:txBody>
        </p:sp>
        <p:sp>
          <p:nvSpPr>
            <p:cNvPr id="14" name="文本框 2">
              <a:extLst>
                <a:ext uri="{FF2B5EF4-FFF2-40B4-BE49-F238E27FC236}">
                  <a16:creationId xmlns:a16="http://schemas.microsoft.com/office/drawing/2014/main" id="{B837CD8F-ACA6-8442-90BC-EA4D33099B37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60376" y="1992702"/>
              <a:ext cx="1584934" cy="12331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r">
                <a:buNone/>
              </a:pPr>
              <a:r>
                <a:rPr lang="en-US" sz="7200" dirty="0">
                  <a:effectLst/>
                  <a:latin typeface="Calibri" panose="020F0502020204030204" pitchFamily="34" charset="0"/>
                  <a:ea typeface="等线" panose="02010600030101010101" pitchFamily="2" charset="-122"/>
                </a:rPr>
                <a:t>111</a:t>
              </a:r>
              <a:endParaRPr lang="zh-CN" sz="1200" dirty="0">
                <a:effectLst/>
                <a:latin typeface="Times New Roman" panose="02020603050405020304" pitchFamily="18" charset="0"/>
                <a:ea typeface="等线" panose="02010600030101010101" pitchFamily="2" charset="-122"/>
              </a:endParaRPr>
            </a:p>
          </p:txBody>
        </p:sp>
        <p:sp>
          <p:nvSpPr>
            <p:cNvPr id="15" name="文本框 2">
              <a:extLst>
                <a:ext uri="{FF2B5EF4-FFF2-40B4-BE49-F238E27FC236}">
                  <a16:creationId xmlns:a16="http://schemas.microsoft.com/office/drawing/2014/main" id="{1073FF88-82F7-AB66-ECF2-DED72C225F0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932981" y="0"/>
              <a:ext cx="1475105" cy="123317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rot="0" vert="horz" wrap="square" lIns="91440" tIns="45720" rIns="91440" bIns="45720" anchor="t" anchorCtr="0">
              <a:noAutofit/>
            </a:bodyPr>
            <a:lstStyle/>
            <a:p>
              <a:pPr algn="ctr">
                <a:buNone/>
              </a:pPr>
              <a:r>
                <a:rPr lang="en-US" sz="7200">
                  <a:effectLst/>
                  <a:latin typeface="Calibri" panose="020F0502020204030204" pitchFamily="34" charset="0"/>
                  <a:ea typeface="等线" panose="02010600030101010101" pitchFamily="2" charset="-122"/>
                </a:rPr>
                <a:t>X</a:t>
              </a:r>
              <a:endParaRPr lang="zh-CN" sz="1200">
                <a:effectLst/>
                <a:latin typeface="Times New Roman" panose="02020603050405020304" pitchFamily="18" charset="0"/>
                <a:ea typeface="等线" panose="02010600030101010101" pitchFamily="2" charset="-122"/>
              </a:endParaRPr>
            </a:p>
          </p:txBody>
        </p:sp>
      </p:grpSp>
      <p:sp>
        <p:nvSpPr>
          <p:cNvPr id="18" name="标题 1">
            <a:extLst>
              <a:ext uri="{FF2B5EF4-FFF2-40B4-BE49-F238E27FC236}">
                <a16:creationId xmlns:a16="http://schemas.microsoft.com/office/drawing/2014/main" id="{A7380A21-C8A1-2EE0-4CD7-4216ED363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altLang="zh-CN" dirty="0"/>
              <a:t>mb</a:t>
            </a:r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321712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</Words>
  <Application>Microsoft Office PowerPoint</Application>
  <PresentationFormat>宽屏</PresentationFormat>
  <Paragraphs>8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9" baseType="lpstr">
      <vt:lpstr>等线</vt:lpstr>
      <vt:lpstr>等线 Light</vt:lpstr>
      <vt:lpstr>Arial</vt:lpstr>
      <vt:lpstr>Calibri</vt:lpstr>
      <vt:lpstr>Times New Roman</vt:lpstr>
      <vt:lpstr>Office 主题​​</vt:lpstr>
      <vt:lpstr>PowerPoint 演示文稿</vt:lpstr>
      <vt:lpstr>model</vt:lpstr>
      <vt:lpstr>mb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宇玄 李</dc:creator>
  <cp:lastModifiedBy>宇玄 李</cp:lastModifiedBy>
  <cp:revision>4</cp:revision>
  <dcterms:created xsi:type="dcterms:W3CDTF">2025-09-08T13:15:58Z</dcterms:created>
  <dcterms:modified xsi:type="dcterms:W3CDTF">2025-09-08T13:18:37Z</dcterms:modified>
</cp:coreProperties>
</file>